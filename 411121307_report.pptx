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8D1667F-A2F7-3FDF-3A30-8EE6A3FBAB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A48E6D7-D522-6B61-631A-6A2B6EAFCA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704043C-5ECF-846B-87F7-C32EEBCD0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D94D0-827B-3E44-A20B-858EE60AABC8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7E7721D-0356-7933-5389-D314CAD7F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BA1448E-28EC-9FA8-C3A8-7FE18DDC0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AFDA5B-C433-B943-B07E-C058DC5FDF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7531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4460FA-C9D4-E7F3-F095-8FDEDF4B1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4D8AC5-30B6-458B-7135-DB923AA6A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5ED1FFC-3D0D-E1A1-331D-5E738D7A0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D94D0-827B-3E44-A20B-858EE60AABC8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6EFA0E5-BABC-60F6-906A-CD2C5CA1E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A22D6E9-6F1C-E9D0-B2E1-8F73B86F1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AFDA5B-C433-B943-B07E-C058DC5FDF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888182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A0C357-8CB4-1302-D5C4-6B41D4A24F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3F53F27-EC0D-E608-F6EE-65384D289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98BF52D-1DF2-ADB3-22B8-327ABB73EA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D94D0-827B-3E44-A20B-858EE60AABC8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14581BB-2E5A-6813-438D-A37A17082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1C86005-4C23-3CCC-2C24-86F8FBCDC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AFDA5B-C433-B943-B07E-C058DC5FDF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899699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8C0E0C9-BE8A-17F7-D5FA-FEFB4517B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B165B2A-D21D-B03D-5341-F590257782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482B41E-DA7C-E686-6753-E9195FD55A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2B730F0-93B3-D79C-8C2C-C6BD2E99F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D94D0-827B-3E44-A20B-858EE60AABC8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F6C5082-227D-A956-FB71-7CA69B383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386598B-A6F3-A018-864B-FA62EC38F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AFDA5B-C433-B943-B07E-C058DC5FDF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41202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561C54-EB22-5514-C1BA-1CFFB8A08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F9416FA-4C56-CEA6-1A83-96AAD42B43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087AA15-FBAF-5B19-874C-FE79B0CA10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11168B6A-1EBF-4F27-4E8D-B326934B8F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7C087FD-76C0-01BB-A4AC-23405B3E7F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C5CDEB37-AF20-AC56-1CB4-128072A5E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D94D0-827B-3E44-A20B-858EE60AABC8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A941651C-0C6C-C643-FC22-0BF420F7F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281900AF-F114-40CB-0984-1D3DF114B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AFDA5B-C433-B943-B07E-C058DC5FDF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39174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55213E3-DE24-2A66-3BDE-58F7E879E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EF2646A3-8B71-62E9-C2D5-E031105CB1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D94D0-827B-3E44-A20B-858EE60AABC8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BA280AA-1F5A-C039-09B8-2137DD087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1693E77-46FC-061B-965A-62F7D76B0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AFDA5B-C433-B943-B07E-C058DC5FDF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807740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20C6EFFC-9234-C04C-7E0E-4C6E8880CB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D94D0-827B-3E44-A20B-858EE60AABC8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54412D4B-466A-601D-6245-D41BCC63D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33497F-1F24-CD8D-9C84-336D0C8BD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AFDA5B-C433-B943-B07E-C058DC5FDF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77597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0C7142-1CE5-38F2-8B69-2E3EE5C4F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61D164F-4986-B609-BBA6-F701F90BEB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C326C26-2A6B-BE2E-5EF4-C2E5AA20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337C269-9502-C3E3-1AFC-9E31953AA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D94D0-827B-3E44-A20B-858EE60AABC8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CF1050A-74BB-B590-E413-D802B4383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081C225-8629-B5CE-95C0-78D7A4847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AFDA5B-C433-B943-B07E-C058DC5FDF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99738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8534CD-74EF-2506-1AD6-E6061A04E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15A8ED64-2D8C-9836-64EC-3CDFE174D6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683576F-0EAD-ED58-D162-521BDE9DA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F3B2E0A-AE81-5E7A-13D7-0F6FA79C9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D94D0-827B-3E44-A20B-858EE60AABC8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F6E642E-EDE4-E30C-124D-8B6CAF9B5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AE68F21-FB39-5F71-B479-124FE3D0A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AFDA5B-C433-B943-B07E-C058DC5FDF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06659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2A3C96-FB2A-3BE5-9D12-3E92FBBC9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DC3F276-A5AA-7089-4517-1F28A2426C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D070CCD-4613-06C0-8681-323BDECDB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D94D0-827B-3E44-A20B-858EE60AABC8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83B94A4-4C06-1D65-CD7A-832D9B91C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1D042A1-C28D-B10C-C8FE-8D6BDA743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AFDA5B-C433-B943-B07E-C058DC5FDF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362645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18ECE01-2DA1-E6D2-FD2D-114C696431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386B51E4-C5F5-EF12-6746-8EE3D1CE06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A81A978-223E-168E-5428-352DD2234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D94D0-827B-3E44-A20B-858EE60AABC8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BE1A8DF-C809-B6CC-D920-8605DA788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8B24BEB-2168-5E79-ED3C-89E610BB3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AFDA5B-C433-B943-B07E-C058DC5FDF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2450923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B926F220-909A-6B65-8920-8AD362F4A9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A10BA49-AF6B-16C2-777E-3B88FFF908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63D97DF-01D9-A2B6-7A1D-A20A05FAEC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FD94D0-827B-3E44-A20B-858EE60AABC8}" type="datetimeFigureOut">
              <a:rPr kumimoji="1" lang="zh-TW" altLang="en-US" smtClean="0"/>
              <a:t>2026/6/16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9C46A75-AFCC-38AD-9FD3-39B228EBDA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41B82A0-09E0-A778-6842-F2D550FFB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AFDA5B-C433-B943-B07E-C058DC5FDF3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49834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3D667D-036D-7197-130A-17C9FF39A6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kumimoji="1" lang="zh-TW" altLang="en-US" sz="3600" dirty="0"/>
              <a:t>基於時間與價格波動的自動動態動量保險庫</a:t>
            </a:r>
            <a:br>
              <a:rPr kumimoji="1" lang="en-US" altLang="zh-TW" sz="3600" dirty="0"/>
            </a:br>
            <a:r>
              <a:rPr lang="zh-TW" altLang="zh-TW" sz="3600" dirty="0"/>
              <a:t>Automated Dynamic Momentum Vault</a:t>
            </a:r>
            <a:endParaRPr kumimoji="1" lang="zh-TW" altLang="en-US" sz="3600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1F54189-C394-DCB2-8434-CB44335454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zh-TW" dirty="0"/>
              <a:t>411121307 </a:t>
            </a:r>
            <a:r>
              <a:rPr kumimoji="1" lang="zh-TW" altLang="en-US" dirty="0"/>
              <a:t>資工四 葉宸君</a:t>
            </a:r>
          </a:p>
        </p:txBody>
      </p:sp>
    </p:spTree>
    <p:extLst>
      <p:ext uri="{BB962C8B-B14F-4D97-AF65-F5344CB8AC3E}">
        <p14:creationId xmlns:p14="http://schemas.microsoft.com/office/powerpoint/2010/main" val="2909543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649CE2-73FD-D8BB-8F17-DAB815C53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Goal of smart contract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4E4F8B6-4341-66D7-2D33-59F3A29A7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自動避險機制：</a:t>
            </a:r>
            <a:endParaRPr kumimoji="1" lang="en-US" altLang="zh-TW" dirty="0"/>
          </a:p>
          <a:p>
            <a:pPr lvl="1"/>
            <a:r>
              <a:rPr kumimoji="1" lang="zh-TW" altLang="en-US"/>
              <a:t>當市場行情好時（程式預設）</a:t>
            </a:r>
          </a:p>
        </p:txBody>
      </p:sp>
    </p:spTree>
    <p:extLst>
      <p:ext uri="{BB962C8B-B14F-4D97-AF65-F5344CB8AC3E}">
        <p14:creationId xmlns:p14="http://schemas.microsoft.com/office/powerpoint/2010/main" val="31674990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39</Words>
  <Application>Microsoft Macintosh PowerPoint</Application>
  <PresentationFormat>寬螢幕</PresentationFormat>
  <Paragraphs>5</Paragraphs>
  <Slides>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佈景主題</vt:lpstr>
      <vt:lpstr>基於時間與價格波動的自動動態動量保險庫 Automated Dynamic Momentum Vault</vt:lpstr>
      <vt:lpstr>Goal of smart contract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宸君 葉</dc:creator>
  <cp:lastModifiedBy>宸君 葉</cp:lastModifiedBy>
  <cp:revision>1</cp:revision>
  <dcterms:created xsi:type="dcterms:W3CDTF">2026-06-16T07:54:10Z</dcterms:created>
  <dcterms:modified xsi:type="dcterms:W3CDTF">2026-06-16T09:52:24Z</dcterms:modified>
</cp:coreProperties>
</file>